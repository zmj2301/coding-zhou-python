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2560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主流短视频平台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差异化优势与发展路径分析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 竞争格局调研报告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400" dirty="0"/>
          </a:p>
        </p:txBody>
      </p:sp>
      <p:sp>
        <p:nvSpPr>
          <p:cNvPr id="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行业概览与平台格局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市场规模与竞争态势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874520"/>
            <a:ext cx="7315200" cy="0"/>
          </a:xfrm>
          <a:prstGeom prst="line">
            <a:avLst/>
          </a:prstGeom>
          <a:noFill/>
          <a:ln w="6350">
            <a:solidFill>
              <a:srgbClr val="1E1E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933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993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核心平台深度解析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677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 / 快手 / 视频号 / B站 / 小红书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587752"/>
            <a:ext cx="7315200" cy="0"/>
          </a:xfrm>
          <a:prstGeom prst="line">
            <a:avLst/>
          </a:prstGeom>
          <a:noFill/>
          <a:ln w="6350">
            <a:solidFill>
              <a:srgbClr val="1E1E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0662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7066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差异化对比分析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809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用户群体 / 内容类型 / 增长策略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300984"/>
            <a:ext cx="7315200" cy="0"/>
          </a:xfrm>
          <a:prstGeom prst="line">
            <a:avLst/>
          </a:prstGeom>
          <a:noFill/>
          <a:ln w="6350">
            <a:solidFill>
              <a:srgbClr val="1E1E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4198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商业化模式对比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94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电商GMV / 广告 / 直播 / 付费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4014216"/>
            <a:ext cx="7315200" cy="0"/>
          </a:xfrm>
          <a:prstGeom prst="line">
            <a:avLst/>
          </a:prstGeom>
          <a:noFill/>
          <a:ln w="6350">
            <a:solidFill>
              <a:srgbClr val="1E1E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330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133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成功经验与未来趋势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407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战略启示与行业展望</a:t>
            </a:r>
            <a:endParaRPr lang="en-US" sz="12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行业概览：短视频市场进入万亿级竞争时代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54530" cy="12801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4.3万亿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抖音电商GMV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5453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8890" y="1188720"/>
            <a:ext cx="1954530" cy="12801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ext 7"/>
          <p:cNvSpPr/>
          <p:nvPr/>
        </p:nvSpPr>
        <p:spPr>
          <a:xfrm>
            <a:off x="2548890" y="132588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6.2亿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48890" y="187452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视频号DAU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8890" y="2194560"/>
            <a:ext cx="195453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高速增长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0580" y="1188720"/>
            <a:ext cx="1954530" cy="12801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640580" y="132588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7.25亿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40580" y="187452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快手MAU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0580" y="2194560"/>
            <a:ext cx="195453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32270" y="1188720"/>
            <a:ext cx="1954530" cy="12801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6732270" y="1325880"/>
            <a:ext cx="19545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3.5亿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32270" y="1874520"/>
            <a:ext cx="195453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小红书MAU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2270" y="2194560"/>
            <a:ext cx="195453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破圈增长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短视频电商GMV总量突破6万亿，成为电商行业核心增长极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5387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抖音稳居第一，视频号DAU已超越快手成为第二大平台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8313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行业从流量红利期进入存量博弈期，精细化运营成关键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1239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AI技术全面渗透内容生产与推荐，重塑平台竞争格局</a:t>
            </a:r>
            <a:endParaRPr lang="en-US" sz="13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平台格局：DAU与用户使用时长对比</a:t>
            </a:r>
            <a:endParaRPr lang="en-US" sz="2600" dirty="0"/>
          </a:p>
        </p:txBody>
      </p:sp>
      <p:pic>
        <p:nvPicPr>
          <p:cNvPr id="4" name="Image 0" descr="c:\Users\Administrator\.trae-cn\work\69ffcfb99b5d2976013e4eff\chart_dau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188720"/>
            <a:ext cx="2926080" cy="31089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抖音DAU 8.3亿，稳居行业第一，用户时长98-120分钟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视频号DAU 6.2亿，依托微信生态快速崛起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快手DAU 4.1亿，用户粘性最高（126分钟/日）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小红书DAU 1.7亿，高线城市年轻女性为核心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B站DAU 1.15亿，Z世代文化社区粘性极强</a:t>
            </a:r>
            <a:endParaRPr lang="en-US" sz="12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抖音：全域兴趣电商领导者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平台画像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上线时间：2016年9月 | 母公司：字节跳动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定位：音乐创意短视频社交平台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Slogan：记录美好生活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MAU突破10亿，一二线城市占比超45%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20-45岁主力消费人群超70%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日均使用时长：98-120分钟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强算法中心化分发，"标签对标签"模式；核心指标：完播率、点赞率、留言率、转发率、转粉率；内容爆发快但生命周期短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电商GMV约4.3万亿（+30%）；内容场+货架场双轮驱动；店播收入增长45%；本地生活GMV超8500亿；货架场景GMV占比48%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快手：信任电商与下沉市场之王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平台画像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上线时间：2011年（GIF快手）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定位：下沉市场信任电商平台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Slogan：拥抱每一种生活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7.25亿，DAU 4.1亿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三四线及以下城市占比近60%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日均使用时长126分钟（行业最高）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兼顾社交关系与兴趣推荐；公私域联动，私域高价值创作者获更多公域曝光；短视频直播一体化，双重内容创作者流量效率是单一形式的4-10倍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电商GMV约1.6万亿（+15%）；广告收入815亿元（+12.5%）；直播收入390亿元；可灵AI年收入超10亿元；2026年押注AI投入260亿元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微信视频号：私域全域电商新引擎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平台画像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上线时间：2020年1月内测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定位：微信生态私域全域电商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母公司：腾讯（微信事业群）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MAU接近9亿，DAU 6.2-6.3亿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35-65岁中老年群体占比超60%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一二线城市占比超50%，高净值人群集中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推荐机制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社交推荐+兴趣算法双引擎；2026年兴趣推荐权重提升至60%以上；"朋友推荐→系统推荐→全域破圈"路径；与公众号、朋友圈、小程序深度打通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4114800" cy="16459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商业化模式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电商GMV约5800亿元（+74.6%）；2026年目标冲刺万亿；高客单价优势：300元以上商品GMV占比超50%；品牌商家GMV占比提升至30%+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B站与小红书：垂类社区的差异化突围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B站（哔哩哔哩）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3.76亿，DAU 1.15亿，日均使用119分钟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用户平均年龄26.5岁，Z世代文化社区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2025全年营收303.5亿元，首次全年盈利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广告收入连续13个季度双位数增长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AI内容爆发：月超1.2亿用户消费AI内容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中长视频优势：5分钟以上视频持续增长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114800" cy="34747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3.5亿，DAU超1.7亿，日均搜索8亿次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84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女性用户占比70-80%，95后占50%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4323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高线城市年轻女性为核心的消费决策入口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779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"种草"文化发源地，UGC占比极高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127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买手电商模式：董洁/章小蕙单场GMV破亿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2026年豪掷近10亿拿下世界杯版权</a:t>
            </a:r>
            <a:endParaRPr lang="en-US" sz="12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差异化对比：用户画像与生态特征</a:t>
            </a:r>
            <a:endParaRPr lang="en-US" sz="2600" dirty="0"/>
          </a:p>
        </p:txBody>
      </p:sp>
      <p:pic>
        <p:nvPicPr>
          <p:cNvPr id="4" name="Image 0" descr="c:\Users\Administrator\.trae-cn\work\69ffcfb99b5d2976013e4eff\chart_radar_1050x1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3891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097280"/>
            <a:ext cx="3566160" cy="3657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3"/>
          <p:cNvSpPr/>
          <p:nvPr/>
        </p:nvSpPr>
        <p:spPr>
          <a:xfrm>
            <a:off x="5303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用户群体差异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03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抖音：全年龄段，一二线城市为主，消费力强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03520" y="2029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快手：下沉市场，三四线城市占比60%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24140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视频号：35-65岁中老年，高净值人群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0" y="2798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小红书：高线城市年轻女性，消费决策入口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B站：Z世代/年轻白领，平均年龄26.5岁</a:t>
            </a:r>
            <a:endParaRPr lang="en-US" sz="12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内容类型与增长策略对比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核心内容类型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增长策略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差异化优势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抖音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短剧、AI内容、电商种草、直播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全域兴趣电商，内容+货架双轮驱动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最强算法分发，店播生态成熟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快手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三农、非遗、泛知识、AI内容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信任电商，公私域联动，AI战略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下沉市场粘性最强，私域复购率高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视频号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生活化内容、原生短剧、直播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社交裂变驱动，微信生态协同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私域转化效率高，高客单价优势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小红书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美妆、穿搭、家居、旅行笔记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买手电商，搜索+种草闭环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消费决策心智最强，UGC真实度高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二次元、游戏、AI科技、知识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社区文化深耕，中长视频差异化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Z世代粘性极强，弹幕互动独特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1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商业化模式：电商GMV与收入结构对比</a:t>
            </a:r>
            <a:endParaRPr lang="en-US" sz="2600" dirty="0"/>
          </a:p>
        </p:txBody>
      </p:sp>
      <p:pic>
        <p:nvPicPr>
          <p:cNvPr id="4" name="Image 0" descr="c:\Users\Administrator\.trae-cn\work\69ffcfb99b5d2976013e4eff\chart_gmv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2834640"/>
          </a:xfrm>
          <a:prstGeom prst="rect">
            <a:avLst/>
          </a:prstGeom>
        </p:spPr>
      </p:pic>
      <p:pic>
        <p:nvPicPr>
          <p:cNvPr id="5" name="Image 1" descr="c:\Users\Administrator\.trae-cn\work\69ffcfb99b5d2976013e4eff\chart_revenue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365760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洞察：抖音电商GMV遥遥领先，视频号增速最快（+74.6%），小红书广告收入占比最高（75%），B站首次实现全年盈利</a:t>
            </a:r>
            <a:endParaRPr lang="en-US" sz="12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代表性成功案例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8229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东方甄选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5361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从教育转型直播带货标杆，知识型直播实现品牌溢价；店播商家收入增长45%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075688"/>
            <a:ext cx="8229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蛋蛋 / 安万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蛋蛋：全网唯一粉丝破亿女主播，19天创造55亿销售额；安万：秦腔非遗推广，月均涨粉20万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825496"/>
            <a:ext cx="8229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2549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李宁 / 波司登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0358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头部品牌单月GMV突破千万，品牌商家GMV占比从15%提升至30%+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575304"/>
            <a:ext cx="8229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小红书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511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董洁 / 章小蕙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7856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开创"非压迫式"买手直播风格，单场GMV破亿，定义小红书电商调性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325112"/>
            <a:ext cx="822960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2511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261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《三国：谋定天下》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54480" y="45354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自研游戏代表作，连续9个赛季稳居iOS排行榜前五；国创动画播放时长增长56%</a:t>
            </a:r>
            <a:endParaRPr lang="en-US" sz="11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成功经验总结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98448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算法驱动内容分发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7719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抖音的强算法推荐实现精准匹配，前3秒决定流量上限，内容爆发效率最高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32888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信任关系构建私域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37719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快手的社交信任链驱动高复购，私域价值创作者获更多公域曝光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67328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生态协同放大价值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37719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视频号依托微信生态实现社交裂变，从内容消费升维为商业基础设施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98448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社区文化形成壁垒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1645920"/>
            <a:ext cx="37719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B站和小红书通过独特的社区文化建立用户粘性，形成差异化护城河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532888"/>
            <a:ext cx="37719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AI技术重塑生产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880360"/>
            <a:ext cx="37719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各平台全面拥抱AI，从内容生成到推荐优化，人机协同成为新竞争力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未来趋势与战略展望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从达人中心到品牌店播常态化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商家将直播间作为常态化销售渠道，店播成为电商基础设施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Shape 8"/>
          <p:cNvSpPr/>
          <p:nvPr/>
        </p:nvSpPr>
        <p:spPr>
          <a:xfrm>
            <a:off x="4818888" y="129844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29844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AI全链路渗透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内容生成、推荐算法、智能客服、数据分析全面AI化，人机协同成标配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253288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3288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合规监管趋严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2026年《直播电商监督管理办法》施行，行业进入规范化发展阶段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18888" y="253288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53288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全域经营成共识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公域获客+私域运营+复购转化，全链路数字化经营能力决定胜负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6732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76732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垂类社区价值凸显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1605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B站、小红书证明垂类社区的长期价值，精准人群比泛流量更重要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04622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8888" y="376732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7673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767328"/>
            <a:ext cx="33604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全球化与本地化并行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4160520"/>
            <a:ext cx="37719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Shorts、TikTok推动全球短视频竞争，本地化运营成出海关键</a:t>
            </a:r>
            <a:endParaRPr lang="en-US" sz="110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产品与市场策略建议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25880"/>
            <a:ext cx="73152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平台选择策略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根据目标用户画像选择主阵地：年轻女性选小红书，Z世代选B站，下沉市场选快手，全年龄段选抖音/视频号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75688"/>
            <a:ext cx="73152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内容差异化定位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避免同质化竞争，在垂类领域建立专业壁垒；重视前3秒内容设计，提升完播率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25496"/>
            <a:ext cx="73152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797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私域运营优先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0540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将公域流量转化为私域资产，构建用户长期价值；视频号+微信生态是私域最佳实践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75304"/>
            <a:ext cx="73152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AI赋能全链路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8039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利用AI工具提升内容生产效率，优化推荐策略，实现数据驱动的精细化运营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25112"/>
            <a:ext cx="73152" cy="3840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79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合规先行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553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提前布局合规体系，建立内容审核机制，降低政策风险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主流短视频平台差异化优势与发展路径分析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主流短视频平台差异化优势与发展路径分析</dc:title>
  <dc:subject>短视频平台竞争格局调研报告</dc:subject>
  <dc:creator>Research Team</dc:creator>
  <cp:lastModifiedBy>Research Team</cp:lastModifiedBy>
  <cp:revision>1</cp:revision>
  <dcterms:created xsi:type="dcterms:W3CDTF">2026-06-20T11:16:41Z</dcterms:created>
  <dcterms:modified xsi:type="dcterms:W3CDTF">2026-06-20T11:16:41Z</dcterms:modified>
</cp:coreProperties>
</file>