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主流短视频平台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差异化优势与发展路径调研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平台生态 · 用户洞察 · 商业变现 · 未来趋势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战略研究部  |  2026年6月</a:t>
            </a:r>
            <a:endParaRPr lang="en-US" sz="12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8092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汇报提纲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612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行业概览与平台基本情况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44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市场规模、核心玩家、发展阶段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7393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755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用户规模与群体画像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9568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DAU/MAU、年龄、城市、消费能力对比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8658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3682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内容生态与推荐机制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56946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内容类型、分发逻辑、创作者生态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9923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9809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商业化模式与变现路径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18211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广告、电商、直播、本地生活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02152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1188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差异化对比与增长策略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794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用户、内容、策略三维差异分析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2452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成功案例与未来趋势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44074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标杆案例、AI驱动、短剧、出海</a:t>
            </a:r>
            <a:endParaRPr lang="en-US" sz="11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行业概览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中国短视频用户规模达9.8亿，渗透率超72%，行业进入质量竞争阶段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5453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9.8亿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短视频用户规模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8890" y="1097280"/>
            <a:ext cx="195453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8890" y="1234440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48890" y="169164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互联网用户渗透率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0580" y="1097280"/>
            <a:ext cx="195453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0580" y="1234440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98分钟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40580" y="169164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日均使用时长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32270" y="1097280"/>
            <a:ext cx="195453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2270" y="1234440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4.2万亿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32270" y="169164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电商GMV总规模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2590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31720"/>
            <a:ext cx="54864" cy="10515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423160"/>
            <a:ext cx="231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抖音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" y="2679192"/>
            <a:ext cx="2316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字节跳动  |  2016年上线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92608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算法驱动 · 全域电商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76600" y="2331720"/>
            <a:ext cx="2590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76600" y="2331720"/>
            <a:ext cx="54864" cy="1051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441192" y="2423160"/>
            <a:ext cx="231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41192" y="2679192"/>
            <a:ext cx="2316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快手科技  |  2013年上线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41192" y="292608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老铁文化 · 信任电商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6000" y="2331720"/>
            <a:ext cx="2590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6000" y="2331720"/>
            <a:ext cx="54864" cy="1051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260592" y="2423160"/>
            <a:ext cx="231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TikTok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60592" y="2679192"/>
            <a:ext cx="2316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字节跳动  |  2017年上线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0592" y="292608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全球出海 · 内容电商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566160"/>
            <a:ext cx="2590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56616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3657600"/>
            <a:ext cx="231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视频号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1792" y="3913632"/>
            <a:ext cx="2316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  |  2020年上线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" y="416052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微信生态 · 社交裂变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76600" y="3566160"/>
            <a:ext cx="2590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6600" y="3566160"/>
            <a:ext cx="54864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3441192" y="3657600"/>
            <a:ext cx="231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小红书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441192" y="3913632"/>
            <a:ext cx="2316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  |  2013年上线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41192" y="416052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种草社区 · 高净值用户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96000" y="3566160"/>
            <a:ext cx="2590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96000" y="3566160"/>
            <a:ext cx="54864" cy="10515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44" name="Text 42"/>
          <p:cNvSpPr/>
          <p:nvPr/>
        </p:nvSpPr>
        <p:spPr>
          <a:xfrm>
            <a:off x="6260592" y="3657600"/>
            <a:ext cx="231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 Shorts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260592" y="3913632"/>
            <a:ext cx="2316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|  2021年上线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0592" y="416052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长短视频联动 · 广告分成</a:t>
            </a:r>
            <a:endParaRPr lang="en-US" sz="1100" dirty="0"/>
          </a:p>
        </p:txBody>
      </p:sp>
      <p:sp>
        <p:nvSpPr>
          <p:cNvPr id="4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用户规模对比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抖音月活突破10亿，TikTok全球月活16亿领跑海外</a:t>
            </a:r>
            <a:endParaRPr lang="en-US" sz="1400" dirty="0"/>
          </a:p>
        </p:txBody>
      </p:sp>
      <p:pic>
        <p:nvPicPr>
          <p:cNvPr id="5" name="Image 0" descr="e:/coding-zhou/Python/奇奇怪怪的AI功能/手写文字图片识别并转为PDF/chart_users_15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102352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88736" y="1051560"/>
            <a:ext cx="279806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25896" y="118872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25896" y="1554480"/>
            <a:ext cx="252374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抖音日活8.5亿，月活10亿+，国内流量天花板最高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TikTok全球月活16亿，海外短视频绝对龙头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快手日活4.1亿，下沉市场壁垒深厚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视频号依托微信14亿月活，日活突破5-6亿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小红书月活2.35亿，高净值用户占比最高</a:t>
            </a:r>
            <a:endParaRPr lang="en-US" sz="12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用户画像对比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各平台在用户年龄、城市分布、消费能力上形成明显差异化</a:t>
            </a:r>
            <a:endParaRPr lang="en-US" sz="1400" dirty="0"/>
          </a:p>
        </p:txBody>
      </p:sp>
      <p:pic>
        <p:nvPicPr>
          <p:cNvPr id="5" name="Image 0" descr="e:/coding-zhou/Python/奇奇怪怪的AI功能/手写文字图片识别并转为PDF/chart_radar_1200x1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840480" cy="384048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05840"/>
          <a:ext cx="4114800" cy="347472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1645920"/>
                <a:gridCol w="18288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核心人群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城市分布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消费特征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抖音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18-30岁为主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一至三线均衡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高价值用户1.65亿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25-40岁中青年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三线以下占47%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客单价120元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小红书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18-35岁女性白领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二线以上占55%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客单价300元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视频号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中老年占比38%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全线城市覆盖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社交裂变驱动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Z世代为主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全球150+国家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内容电商活跃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内容生态与推荐机制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公域算法 vs 私域信任 vs 社交裂变，三大分发逻辑并存</a:t>
            </a:r>
            <a:endParaRPr lang="en-US" sz="1400" dirty="0"/>
          </a:p>
        </p:txBody>
      </p:sp>
      <p:pic>
        <p:nvPicPr>
          <p:cNvPr id="5" name="Image 0" descr="e:/coding-zhou/Python/奇奇怪怪的AI功能/手写文字图片识别并转为PDF/chart_content_15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262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30368" y="1051560"/>
            <a:ext cx="34564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0368" y="1051560"/>
            <a:ext cx="54864" cy="9144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5"/>
          <p:cNvSpPr/>
          <p:nvPr/>
        </p:nvSpPr>
        <p:spPr>
          <a:xfrm>
            <a:off x="5394960" y="1143000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抖音：算法强推荐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94960" y="1435608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公域流量为主，内容价值+交易价值+广告价值三维打分，与用户LT建立换算关系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30368" y="2148840"/>
            <a:ext cx="34564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30368" y="214884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5394960" y="2240280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快手：私域信任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94960" y="2532888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双列瀑布流+单列沉浸，私域流量占比75%，老铁文化形成强复购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30368" y="3246120"/>
            <a:ext cx="34564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30368" y="324612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3337560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小红书：搜索+社区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94960" y="3630168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关键词搜索+社区推荐，用户主动搜索占比40%，优质内容长尾流量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商业化模式与变现路径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广告+电商+直播+本地生活，多元变现格局成型</a:t>
            </a:r>
            <a:endParaRPr lang="en-US" sz="1400" dirty="0"/>
          </a:p>
        </p:txBody>
      </p:sp>
      <p:pic>
        <p:nvPicPr>
          <p:cNvPr id="5" name="Image 0" descr="e:/coding-zhou/Python/奇奇怪怪的AI功能/手写文字图片识别并转为PDF/chart_gmv_15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773168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59552" y="1051560"/>
            <a:ext cx="31272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96712" y="1188720"/>
            <a:ext cx="292608" cy="29260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8" name="Text 5"/>
          <p:cNvSpPr/>
          <p:nvPr/>
        </p:nvSpPr>
        <p:spPr>
          <a:xfrm>
            <a:off x="6089904" y="116128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广告收入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89904" y="141732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信息流广告、品牌挑战赛、搜索广告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59552" y="1874520"/>
            <a:ext cx="31272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96712" y="201168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6089904" y="198424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电商GMV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89904" y="224028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直播带货、货架电商、短视频电商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59552" y="2697480"/>
            <a:ext cx="31272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96712" y="2834640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6089904" y="28072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本地生活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89904" y="306324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到店团购、酒旅、即时零售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59552" y="3520440"/>
            <a:ext cx="31272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96712" y="365760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6089904" y="363016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创作者经济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89904" y="388620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直播打赏、广告分成、知识付费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差异化对比矩阵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从用户群体、内容类型、增长策略三个维度对比各平台差异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56616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554480"/>
                <a:gridCol w="1554480"/>
                <a:gridCol w="1554480"/>
                <a:gridCol w="1554480"/>
              </a:tblGrid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抖音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小红书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视频号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核心用户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年轻潮流群体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下沉市场用户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高净值女性白领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中老年+全龄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全球Z世代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娱乐短剧/热点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生活记录/三农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美妆种草/攻略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知识/品牌自播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娱乐/舞蹈/带货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分发逻辑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算法强推荐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私域信任+算法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搜索+社区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社交裂变+算法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FYP个性化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增长策略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全域流量融合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下沉深耕+信任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社区升级+全域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微信生态协同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东南亚出海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核心优势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流量天花板高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私域复购强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种草转化率高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社交裂变快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全球化覆盖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主要挑战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用户忠诚度低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高线城市不足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男性用户少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广告系统弱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监管风险高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代表性成功案例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从兴趣电商到信任电商，从种草到成交，各平台探索出差异化成功路径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090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390906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216152"/>
            <a:ext cx="357987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抖音电商：全域兴趣电商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1508760"/>
            <a:ext cx="35798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GMV 4万亿+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3579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店播占比从27%提升至41%，货架场景GMV大涨49%，短剧《逃出大英博物馆》播放量破50亿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7740" y="1051560"/>
            <a:ext cx="39090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7740" y="1051560"/>
            <a:ext cx="39090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942332" y="1216152"/>
            <a:ext cx="357987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快手信任电商：老铁经济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42332" y="1508760"/>
            <a:ext cx="35798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月均买家1.43亿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42332" y="1828800"/>
            <a:ext cx="3579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30日复购率接近90%，双11中小商家GMV同比增幅156%，短视频电商GMV增长超50%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39090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51760"/>
            <a:ext cx="39090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816352"/>
            <a:ext cx="357987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TikTok Shop：出海标杆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" y="3108960"/>
            <a:ext cx="35798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东南亚GMV +125%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" y="3429000"/>
            <a:ext cx="3579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2025年GMV约643亿美元，活跃消费者4亿，6.6大促同比增长106%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77740" y="2651760"/>
            <a:ext cx="39090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7740" y="2651760"/>
            <a:ext cx="39090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942332" y="2816352"/>
            <a:ext cx="357987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小红书种草：从种草到生长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42332" y="3108960"/>
            <a:ext cx="35798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美妆ROI 1:8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42332" y="3429000"/>
            <a:ext cx="3579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推出红猫计划实现种草直达天猫/京东，生活服务搜索量同比增长37%</a:t>
            </a:r>
            <a:endParaRPr lang="en-US" sz="11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未来趋势与战略展望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AI驱动、短剧爆发、本地生活、跨境电商成为四大增长引擎</a:t>
            </a:r>
            <a:endParaRPr lang="en-US" sz="1400" dirty="0"/>
          </a:p>
        </p:txBody>
      </p:sp>
      <p:pic>
        <p:nvPicPr>
          <p:cNvPr id="5" name="Image 0" descr="e:/coding-zhou/Python/奇奇怪怪的AI功能/手写文字图片识别并转为PDF/chart_trends_15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262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30368" y="1051560"/>
            <a:ext cx="34564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0368" y="1051560"/>
            <a:ext cx="54864" cy="74980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5"/>
          <p:cNvSpPr/>
          <p:nvPr/>
        </p:nvSpPr>
        <p:spPr>
          <a:xfrm>
            <a:off x="5394960" y="1143000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AI生成内容 (AIGC)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94960" y="1399032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2026年市场规模62.8亿元，创作者AI工具使用率33%，大厂垄断70%收入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30368" y="1892808"/>
            <a:ext cx="34564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30368" y="1892808"/>
            <a:ext cx="54864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394960" y="198424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微短剧爆发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94960" y="2240280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用户规模2.8亿，市场规模240亿，制作成本降至20万以内，出海成新增量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30368" y="2734056"/>
            <a:ext cx="34564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30368" y="2734056"/>
            <a:ext cx="54864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2825496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本地生活扩张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94960" y="3081528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抖音GMV将达6500亿，小红书搜索增长1493%，从线上到线下闭环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30368" y="3575304"/>
            <a:ext cx="34564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30368" y="3575304"/>
            <a:ext cx="54864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5394960" y="3666744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跨境电商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94960" y="3922776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Shop覆盖85%东南亚内容电商，小红书Redshop预计2026年上线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总结与策略建议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280160"/>
          </a:xfrm>
          <a:prstGeom prst="rect">
            <a:avLst/>
          </a:prstGeom>
          <a:solidFill>
            <a:srgbClr val="1E1B4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差异化定位是核心壁垒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抖音算法效率、快手私域信任、小红书种草能力、视频号社交裂变，各平台护城河清晰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280160"/>
          </a:xfrm>
          <a:prstGeom prst="rect">
            <a:avLst/>
          </a:prstGeom>
          <a:solidFill>
            <a:srgbClr val="1E1B4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3258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全域融合成共同方向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内容场+货架场+本地生活打通，从流量经营转向用户生命周期经营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977640" cy="1280160"/>
          </a:xfrm>
          <a:prstGeom prst="rect">
            <a:avLst/>
          </a:prstGeom>
          <a:solidFill>
            <a:srgbClr val="1E1B4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889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AI重塑内容生产与分发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AIGC渗透率快速提升，算法从标签匹配转向行为综合预测，内容生产效率革命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651760"/>
            <a:ext cx="3977640" cy="1280160"/>
          </a:xfrm>
          <a:prstGeom prst="rect">
            <a:avLst/>
          </a:prstGeom>
          <a:solidFill>
            <a:srgbClr val="1E1B4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7889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出海与下沉是增量来源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15468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TikTok东南亚增长125%，快手深耕三线以下，跨境+下沉双轮驱动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数据来源：QuestMobile、公司财报、晚点LatePost、雷峰网、Omdia等  |  报告日期：2026年6月</a:t>
            </a:r>
            <a:endParaRPr lang="en-US" sz="10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战略研究部  |  2026年6月</a:t>
            </a:r>
            <a:endParaRPr lang="en-US" sz="12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战略研究部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主流短视频平台差异化优势与发展路径调研</dc:title>
  <dc:subject>短视频平台竞争分析</dc:subject>
  <dc:creator>Research Team</dc:creator>
  <cp:lastModifiedBy>Research Team</cp:lastModifiedBy>
  <cp:revision>1</cp:revision>
  <dcterms:created xsi:type="dcterms:W3CDTF">2026-06-20T11:15:41Z</dcterms:created>
  <dcterms:modified xsi:type="dcterms:W3CDTF">2026-06-20T11:15:41Z</dcterms:modified>
</cp:coreProperties>
</file>